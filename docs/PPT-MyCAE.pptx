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7F7DE-0360-491B-4882-CB1ACAC5F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5D4F7B-8CF8-7B4F-A1A5-220E6FBEF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FA320A-B671-4D51-4E79-FA0077B8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64CD33-7681-A59B-A5C4-91B64FB3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09456-0497-0D36-6A0E-96287541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41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9F5A4-A966-D574-6823-A1378CD4B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10F25-C6AE-C654-A504-BE6602AF5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C70B0C-5EAE-C0B1-9116-60B72B077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70616-DD3C-42CF-6855-BDF38885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64CCF-5E57-37F4-F42C-9ECDAB9A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51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AC1F4-C783-BE90-B589-3B71D0AF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39E279-903F-CC12-6D09-18697ADD4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3A3B92-52B9-9DCC-1B8C-EBAB0F43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BCF8C6-F1FD-A3FD-78A8-9C82FB734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9B5270-8ADC-5F3B-D40B-627DA18A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71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1D822-F790-4BAD-8B35-3555711B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FA1E01-DBBF-7E87-E014-9D77B5F70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C9B4E6-8AFA-F7BE-BFD1-99F271E86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CD3968-E5C2-0C3C-BEE7-E320477D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5AB209-F423-4D12-D8ED-C66C8745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26C9C7-2CEE-3699-6FCA-61296198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06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8B0A3-04AE-DAA4-D93D-5A4D64E0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DB351B-8CE3-28B5-E416-B6CAC780D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4C4EEA-2EAE-4394-18C4-720A07137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D2B149-2D17-6023-D676-5443F1C38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ADF89E-36EC-A48C-04E8-AB669559E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5B4212-4A58-BD44-9CA2-066AE306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D5D96C-6C30-0F33-18E5-1AA90AB5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3677F8-0703-D4CB-1C2A-81A4EB34D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18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A72DB-B3AA-D919-39DC-F69E1DAD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82F4BB-B237-6A65-E601-4535B633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69D146-9925-AD39-5D86-F64A00489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E3EBF6-A2C6-E9E6-0868-9875FDC6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28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824FC9-A390-4521-5A56-9BDB10FF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5D32B4-F911-409F-E294-EC9C1F28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E86734-D208-AFB5-C065-0CEE54FD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699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73503-696E-6148-031B-AFA99A79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C04AE8-E823-25F0-6236-160FCEE98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79E802-7781-D459-B24B-E781EA708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ED046-A881-A73A-FE7F-475333724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B12CAD-F102-CF7B-7E70-6CA2FF45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13645D-7FB2-CB80-EAD6-61E54F1C0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8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54D0C-A680-0B69-70B1-4E7DFABDD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088FA4-0065-5704-5D54-AA18C1AA0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0094B6-8FCC-BE9C-4376-ECD207B18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E7573-F78C-BE50-14C5-1FDB23F6F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976D5B-FA29-C251-C97E-316528BF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FF2FE3-1489-BFF2-EC52-5E25F546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37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A65EB-95B1-63E6-1F7A-03FD5D48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453D63-9C01-569A-173E-31C9E3D28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3343C3-73AD-A81B-6860-D414F456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1AE6A-7F35-3E53-C435-A55B9D01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960CB9-6C3C-016B-99C5-AA0F2175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89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096593-CEF0-18BE-8C84-BC2407F25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FC0EDD-EEB3-0F09-E3CD-F64ACD72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28AE21-3F1C-840F-4CBE-60C7AA8E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6FD86B-992B-A019-594D-DC7A3C6A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4D299-A721-C542-D59E-42D6E392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23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DE3D39-3B33-8A62-B2AB-22537FC1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8B9279-6350-5AE2-E951-C5AAA58A3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0445A7-2FD0-66B2-A684-CDC6B4FDE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A6097-8383-4773-B23A-35C6F35DD85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347E0-BFD6-A1A3-4AA9-509E557DA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76CC7B-2FB0-22E0-371D-1796B7A0B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668F9-EC3A-471E-B34C-00E2F3DFC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25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E5F4E28-62B3-E8E7-499A-3C497900E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2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3DFCE34-E6E4-9046-9301-6A0EEEC0E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92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志强 李</dc:creator>
  <cp:lastModifiedBy>aapp ee</cp:lastModifiedBy>
  <cp:revision>2</cp:revision>
  <dcterms:created xsi:type="dcterms:W3CDTF">2026-05-30T09:11:28Z</dcterms:created>
  <dcterms:modified xsi:type="dcterms:W3CDTF">2026-05-31T07:53:33Z</dcterms:modified>
</cp:coreProperties>
</file>